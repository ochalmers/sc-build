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journey — copy deck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Listener-facing only · Invite → listening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bits as {Name}, {Partner}, {N} · Upload to Google Drive to edit in Slides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Invitation &amp; authentication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Invitation &amp; authentication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/app/listener/email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/ title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invited to Sonocea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{Partner\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(partner)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{Partner} has invited you to experience Sonocea.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(direct)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invited to experience Sonocea.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55264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552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 uses patented Sonic Augmentation Technology™ to create structured listening experiences designed to support regulation, recovery and wellbeing.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325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03250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370832"/>
            <a:ext cx="1097280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Haven Care Network has invited you to experience Sonocea.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Performance Lab has invited you to experience Sonocea.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Wigan Athletic has invited you to experience Sonocea.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Loughborough Sport has invited you to experience Sonocea.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Preston North End has invited you to experience Sonocea.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invited to experience Sonocea. *(direct / anonymous)*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Invitation &amp; authentication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/app/listener/app-store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listening for recovery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 Ltd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55264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New (partner)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552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partner-led listening programmes. Short headphone sessions for recovery and regulation - invited by your organisation.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4164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New (direct)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04164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listening from a Sonocea invite. Short headphone sessions shaped around what you share when you join.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Invitation &amp; authentication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/app/listener/invite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Sonocea.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(partner)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{Partner} has invited you to experience Sonocea. We’ll help you get set up, then you can start listening.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(direct)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ask a few questions so your home and sessions match what you need, then you can start listening.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get started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set up? Sign 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Invitation &amp; authentication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/app/listener/login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(email)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the email from your organisation.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(anonymous)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your invite code - your name and email stay private in the app.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stay anonymous? ↔ Using private sign-in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· Invite code · Password · Access password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46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301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630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invitation instead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142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40142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or credentials not recognised. Try the demo account.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/app/listener/onboarding?phase=…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name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call you?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use this when we say hello. A first name or nickname is perfect.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bridge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Hi, {Name}. / Hi. → A little about us…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Sonocea (4 slides)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Experience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Listening, designed differently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Sonocea uses structured sound to create listening experiences designed around how your nervous system responds to what you hear.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Next 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29514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Made for the moments that matter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Choose sessions based on what you need, from feeling calmer and more settled to supporting focus, recovery, rest or preparation for sleep.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Next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38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Science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31336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Built on science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Sonocea is grounded in research into how sound and the nervous system interact. Our Sonic Augmentation Technology™ uses structured sound to create listening experiences for specific states and outcomes.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Next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782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Listening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10789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Nothing to learn. Just listen.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You don’t need to follow instructions or get anything right. Put on your headphones, get comfortable and give the session your attention.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Wear headphones — Use both ears and choose a comfortable volume.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Get comfortable — Sit or lie somewhere you can relax.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Give yourself the time — Try to listen without interruption until the session ends.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I'm ready 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 intro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let’s learn more about you…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Sonocea to help with?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helps us understand what matters to you and recommend sessions that feel more relevant.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74520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calmer · Recovering and resetting · Staying focused · Feeling more balanced · Sleeping better · General wellbeing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might Sonocea be useful to you?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9047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the moments when you might want a little support. This helps us understand when different sessions could be most useful.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76856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276856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feel overwhelmed · When I feel unsettled · When I need to reset · When I’m recovering · When I need to focus · When I’m winding down · When I want some time to myself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540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054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sensitivity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are you to your surroundings?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9047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responds differently to sound, visuals and their surroundings. This helps us tailor how your sessions look and feel.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2677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particularly sensitive · Sometimes sensitive · Quite sensitive · Very sensitive · It varies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035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listening fit into your day?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9047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times that feel most natural for you. We’ll use this to make your experience and reminders more useful.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2677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· Afternoon · Evening · Before bed · No particular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us to remind you?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send gentle reminders around the times you’ve chosen, so it’s easier to make time for your sessions.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title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reminders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body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prompts around the times that work for you. You can change these anytime in Profile.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notifications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017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now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like Sonocea to feel?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appearance that feels right for you, or let Sonocea adapt throughout the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and clear throughout the 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softer, darker listening environment.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during the day. Dark when it gets later. *(badge: Recommended)*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micro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017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{daytime\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4015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change this anytime.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3989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85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7856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your first session, {Name} / Preparing your first session…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First-time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listen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patterns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 morning session \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(with goal)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to {goal}, for the times you said you’d listen. Begin when you’re ready.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(no goal)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set. If you’re comfortable, you can begin your first Sonocea session now.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{N}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017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right now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Home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Home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/app/listener/home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morning{, {Name}} / Good afternoon{, {Name}} / Good evening{, {Name}}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pills (default)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Focus · Restore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meta (next)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{duration}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meta (resume)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· {N}% listened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section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{Rest\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meta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46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{duration} · {useCase}{ · Done}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301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630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sessions in this mode yet.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Programme / Library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Programme / Library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/app/listener/programme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programme / Your sessions *(direct)*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· Calendar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0312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Sonocea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103120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 uses patented Sonic Augmentation Technology™ to deliver structured listening experiences designed to support nervous system regulation, recovery and wellbeing.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fallback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organisation has shared a set of listening sessions to support recovery and wellbeing.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7355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body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27355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order and suggestions follow the goals, moments, and times you shared in onboarding. You can listen in any order that fits.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Programme / Library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/app/listener/library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sessions from {Partner} / All sessions in your programme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sessions in {mode} yet.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Programme / Library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(stub)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/app/listener/favorites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aren’t in this build yet - they’ll land in a later version.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later — You’ll be able to save sessions from your list and find them here quickly.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your sessions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Programme / Library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programme titles (listener-visible)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Recovery — Gentle recovery sessions for when things feel a lot - paced and supportive.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Between-Block Reset — Short reset sessions for recovery between busy or demanding days.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Wigan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Matchday Recovery — Listening sessions for academy and first-team recovery around the match week.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Loughborough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Calm — Short regulation sessions for student-athletes between training and study.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42616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Preston North 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4261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 Recovery — Preston North End has shared a curated Post-Training Recovery programme — short headphone sessions for academy and first-team players after training, between fixtures, and on rest days.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75304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3016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63016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personalised programme — A listening programme shaped around what you share in onboarding — goals, moments, and when you listen.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Session journey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Session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drawer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{duration} · {mode\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{Rest\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begin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prep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headphones · Get comfortable · Give yourself a few uninterrupted minutes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session / Resume session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Session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catalogue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Ease into the start of your 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when you’re arriving and want a gentle way to settle before things get going.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Get comfortable · Best at the start of your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29514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Find a quieter moment.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moments when things feel busy and you’d like some space before carrying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Find somewhere comfortable · Give yourself a few uninterrupted minutes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38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31336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Find a little more space to focus.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when you want to settle in before concentrating on what’s ahead.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Sit comfortably · Best before focused activity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782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Clear a little space to think.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mid-morning moments when you’d like to gather yourself before the next thing.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Sit or lie comfortably · Best when you have some quiet time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Session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catalogue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Give yourself a moment to reset.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when you’ve finished something demanding and want some time to recover.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Get comfortable · Best between demanding blocks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29514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Leave the day behind.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moments when you want to slow things down and take some time for yourself.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Get comfortable · Best later in the 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387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31336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Settle into a slower pace.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when you’re ready to switch off, recover and prepare for rest.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Get comfortable · Best later in the 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782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Move gently from one thing to the next.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when you’re changing pace and want a clean moment between what’s been and what’s next.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Find somewhere comfortable · Best at a natural pause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Session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catalogue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Make a little room for yourself.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when you’d like some quiet space alongside other support in your 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Sit or lie comfortably · Best when you have some quiet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29514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10789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Close the day gently.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For a short moment before bed when you’re ready to settle for the night.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Use headphones · Get comfortable · Best later in the day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Session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check-in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begin, tell us how you’re feeling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feels closest. We’ll ask you again after the session so you can notice if anything has changed.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 idle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to check 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Unsettled · Settled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1–5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Unsettled · A little unsettled · Neutral · Settled · Very settled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017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note / Anything you’d like to note? (Optional)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4015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words is enough…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3989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85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7856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2394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696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1696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Playback</a:t>
            </a:r>
            <a:endParaRPr 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Playback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/app/listener/player/:sessionId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bridge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session is about to begin.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complete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done. → You've completed your first session.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complete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done. → Your session is complete.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unavailable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Reflection &amp; completion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Reflection &amp; completion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completion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/app/listener/feedback/:sessionId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feel now?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feels closest. There’s no right answer. This simply helps you notice how you feel after listening.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feel scale + optional note as before check-in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bridge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46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at your next session{, {Name}}.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Progress</a:t>
            </a:r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/app/listener/progress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listening is settling into your week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· This week · Programme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empty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streak by finishing a session today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8620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 in a row - keep going when it feels right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46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{n} days in a row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301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630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goals — From what you said listening should support.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142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40142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felt — Before and after ratings from your sessions.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5254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98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empty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43982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you check in before and after a session, the shift will show here.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3659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82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17520" y="47823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history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1206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166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empty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17520" y="5166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 session and it’ll show up here.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Organisation / plan</a:t>
            </a:r>
            <a:endParaRPr 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Organisation /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/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/app/listener/organisation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Organisation /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organisation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{Partner} / Your organisation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organisation has shared a set of listening sessions to support you.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{N} sessions chosen for you as part of your organisation’s plan.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it’s for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 settle, recover, and build a steadier listening habit.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33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programme questions, ask your organisation. For app issues, use Support.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017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support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Organisation /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Direct-access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listening 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 shaped this set from what you shared — not from an organisation programme.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653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app or playback issues, use Support. There’s no organisation contact on this plan.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Profile &amp; about</a:t>
            </a:r>
            <a:endParaRPr 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Profile &amp; about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/app/listener/profile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{Name} / You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{email} / Private account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· Dark · Adapt to time of 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78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78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· About Sonocea · Support · Sign out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Profile &amp; about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Sonocea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/app/listener/about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1907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Sonocea offers listening sessions designed to help you settle, focus, and recover. Access is by invitation from your organisation.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963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stream securely in the app and can’t be downloaded or shared.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Support</a:t>
            </a:r>
            <a:endParaRPr lang="en-US" sz="3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/app/listener/support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1907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access or programme questions, contact your organisation. For playback or account issues, reach Sonocea using the email on your invitation.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note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963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note: this is a working product shell - support messages aren’t sent.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profile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System / edge states</a:t>
            </a:r>
            <a:endParaRPr 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System / edge states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/ edge states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/app/listener/system-states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your sessions… · Fetching your assigned programme. · 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99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connection · Check your network and try again. · Retry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11556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0312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no-sessions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103120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sessions assigned · Your provider hasn't assigned any sessions yet. Check back later or contact them. · Contact organisation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session-unavailable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unavailable · This session couldn't load. Try again or contact support. · Try again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64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playback-error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2644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 error · Something went wrong during playback. Please try again. · Try again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484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playback-interrupted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64845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 interrupted · Listening paused when you left the app. Tap to resume. · Resume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325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invalid-invitation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03250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invitation · This invite code isn't recognised. Check with your provider. · Enter new code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70832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4165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expired-invitation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4416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expired · This invite has expired. Request a new one from your administrator. · Request new invite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00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access-revoked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revoked · Your access has been removed. Contact your organisation for help. · Contact support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138928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1846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server-error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17520" y="5184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error · Something went wrong on our end. Please try again shortly. · Try again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522976"/>
            <a:ext cx="11155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5686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17520" y="55686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maintenance · Sonocea is temporarily unavailable while we perform updates. · Check status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5907024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on most error states: Contact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Prefer this document for copy review and mark-up; keep Admin copy separate.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{…} placeholders are dynamic — don’t hard-code demo names in final copy.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Partner programme titles/bodies are organisation CMS fields; defaults above are the seeded examples.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 dedicated listener SMS template exists yet — invite SMS reuses channel selection on Admin only.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 export a PDF: open /copy in the prototype → browser Print → Save as PDF.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for editors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this deck / the Word file for copy review; keep Admin copy separate.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{…} placeholders are dynamic — don’t hard-code demo names in final copy.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programme titles/bodies are organisation CMS fields.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this .pptx to Google Drive → Open with Google Slides to edit together.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Markdown: docs/listener-journey-copy.md · Re-export: npm run export:copy-pptx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Listener journey — copy deck</dc:title>
  <dc:subject>Listener-facing copy for review</dc:subject>
  <dc:creator>Sonocea</dc:creator>
  <cp:lastModifiedBy>Sonocea</cp:lastModifiedBy>
  <cp:revision>1</cp:revision>
  <dcterms:created xsi:type="dcterms:W3CDTF">2026-08-27T12:43:44Z</dcterms:created>
  <dcterms:modified xsi:type="dcterms:W3CDTF">2026-08-27T12:43:44Z</dcterms:modified>
</cp:coreProperties>
</file>